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9" r:id="rId7"/>
    <p:sldId id="261" r:id="rId8"/>
    <p:sldId id="263" r:id="rId9"/>
    <p:sldId id="264" r:id="rId10"/>
    <p:sldId id="277" r:id="rId11"/>
    <p:sldId id="268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314458-0350-4C8C-8EE0-AFFA38D7B1CA}" v="23" dt="2026-06-03T16:14:40.0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2"/>
  </p:normalViewPr>
  <p:slideViewPr>
    <p:cSldViewPr>
      <p:cViewPr varScale="1">
        <p:scale>
          <a:sx n="90" d="100"/>
          <a:sy n="90" d="100"/>
        </p:scale>
        <p:origin x="293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5454" y="1643510"/>
            <a:ext cx="9372600" cy="22294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Containerization and Cloud-Native Applications: Transforming Modern Software Deployment</a:t>
            </a:r>
            <a:br>
              <a:rPr lang="en-IN" sz="3600" dirty="0">
                <a:solidFill>
                  <a:srgbClr val="FF0000"/>
                </a:solidFill>
              </a:rPr>
            </a:br>
            <a:br>
              <a:rPr lang="en-IN" sz="3600" dirty="0">
                <a:solidFill>
                  <a:srgbClr val="FF0000"/>
                </a:solidFill>
              </a:rPr>
            </a:b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603" y="2819400"/>
            <a:ext cx="9372600" cy="2426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US" sz="2200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US"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Y.BHAVYA SRI (192524153)</a:t>
            </a:r>
          </a:p>
          <a:p>
            <a:pPr marL="12700" marR="5080" algn="ctr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CSA1511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:CLOUD COMPUTING AND BIG DATA ANALYTICS </a:t>
            </a:r>
          </a:p>
          <a:p>
            <a:pPr marL="12700" marR="5080" algn="ctr"/>
            <a:r>
              <a:rPr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sz="2200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  <a:p>
            <a:pPr marL="12700" marR="5080" algn="ctr">
              <a:lnSpc>
                <a:spcPct val="10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IN" sz="2400" dirty="0">
                <a:solidFill>
                  <a:srgbClr val="FF0000"/>
                </a:solidFill>
              </a:rPr>
              <a:t>Technical Presentation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2776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8200" y="1559713"/>
            <a:ext cx="432015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2250287"/>
            <a:ext cx="12115800" cy="421121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Containerization?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 packages an application with all its dependencies.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 run consistently across different environments.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container platform: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Cloud-Native Applications?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designed specifically for cloud environments.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microservices, containers, APIs, and automation.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scalable and highly available.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424441"/>
            <a:ext cx="9982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 algn="ctr"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Explanation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6F852-D416-E644-24E7-4702925DE9CF}"/>
              </a:ext>
            </a:extLst>
          </p:cNvPr>
          <p:cNvSpPr txBox="1"/>
          <p:nvPr/>
        </p:nvSpPr>
        <p:spPr>
          <a:xfrm>
            <a:off x="563688" y="1761261"/>
            <a:ext cx="10883245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Architecture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container includes: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Code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Environment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Files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virtual machines, containers share the host operating system kernel, making them lightweight and faster.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→ Docker Image → Container Registry → Kubernetes Cluster → Running Application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2400" y="465365"/>
            <a:ext cx="116586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1600200"/>
            <a:ext cx="71559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IoT-Cloud Architecture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19201" y="2667000"/>
            <a:ext cx="434340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Application Code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and source code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Docker Image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application and dependencies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Container Runtime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containers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506200" cy="9062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FB8A08-8BC1-B083-1726-3DCFE5AB9D2C}"/>
              </a:ext>
            </a:extLst>
          </p:cNvPr>
          <p:cNvSpPr txBox="1"/>
          <p:nvPr/>
        </p:nvSpPr>
        <p:spPr>
          <a:xfrm>
            <a:off x="7030694" y="3048000"/>
            <a:ext cx="39421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Kubernetes Orchestrator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Deploys, scales, and manages containers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Cloud Platform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AWS, Microsoft Azure, Google Cloud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E3ED088-A078-E813-D1B2-B0C0779DD644}"/>
              </a:ext>
            </a:extLst>
          </p:cNvPr>
          <p:cNvSpPr txBox="1"/>
          <p:nvPr/>
        </p:nvSpPr>
        <p:spPr>
          <a:xfrm>
            <a:off x="2786070" y="1501914"/>
            <a:ext cx="739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Diagram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9AF90C-F660-FFBF-42E1-8AC9CF137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209800"/>
            <a:ext cx="81534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3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11FCB8-5CA7-6998-9BB4-07955159131C}"/>
              </a:ext>
            </a:extLst>
          </p:cNvPr>
          <p:cNvSpPr txBox="1"/>
          <p:nvPr/>
        </p:nvSpPr>
        <p:spPr>
          <a:xfrm>
            <a:off x="876300" y="2095170"/>
            <a:ext cx="998220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any platform without modification.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deploy in seconds.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 automatically scale according to demand.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Efficiency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Consumes fewer resources than virtual machines.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continuous service with minimal downtime.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306B0-0FB6-27DF-BCCC-E6EAFCE60A68}"/>
              </a:ext>
            </a:extLst>
          </p:cNvPr>
          <p:cNvSpPr txBox="1"/>
          <p:nvPr/>
        </p:nvSpPr>
        <p:spPr>
          <a:xfrm>
            <a:off x="228600" y="1497289"/>
            <a:ext cx="9359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IoT and Cloud Integration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0972800" cy="9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2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483513"/>
            <a:ext cx="71559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algn="ctr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8CB03-6D68-0670-846F-373F2D85BE54}"/>
              </a:ext>
            </a:extLst>
          </p:cNvPr>
          <p:cNvSpPr txBox="1"/>
          <p:nvPr/>
        </p:nvSpPr>
        <p:spPr>
          <a:xfrm>
            <a:off x="631570" y="2069664"/>
            <a:ext cx="10668000" cy="5113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thousands of microservices using containers.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Docker and Kubernetes for music streaming services.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Deploys cloud-native applications for e-commerce.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banking applications.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Health Record (EHR) systems.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09600" y="465365"/>
            <a:ext cx="105918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029" y="1524000"/>
            <a:ext cx="7155941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61110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9098" y="2484398"/>
            <a:ext cx="5676901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Website Deployment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Build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Registry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Deployment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Server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Access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2B952E-61F0-2F75-2089-7208FF7CC08C}"/>
              </a:ext>
            </a:extLst>
          </p:cNvPr>
          <p:cNvSpPr txBox="1"/>
          <p:nvPr/>
        </p:nvSpPr>
        <p:spPr>
          <a:xfrm>
            <a:off x="6858000" y="2450531"/>
            <a:ext cx="4343400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software releases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scaling during sales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reliability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infrastructure cost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4300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1353721"/>
            <a:ext cx="797721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3590">
              <a:lnSpc>
                <a:spcPct val="100000"/>
              </a:lnSpc>
              <a:spcBef>
                <a:spcPts val="105"/>
              </a:spcBef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Key Takeaways</a:t>
            </a:r>
            <a:endParaRPr sz="4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9143" y="1534540"/>
            <a:ext cx="10729749" cy="89639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3108" y="1869407"/>
            <a:ext cx="1120140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 simplifies application deployment and management.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applications improve scalability, reliability, and performance.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use Docker and Kubernetes to build modern cloud applications.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Containers package applications with dependencies.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Docker creates and runs containers.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Kubernetes manages multiple containers.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Cloud-native applications improve scalability.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Widely adopted by modern enterprises.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381000"/>
            <a:ext cx="11388256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232686"/>
            <a:ext cx="6337300" cy="45613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 for Kubernetes.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configuration challenges.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many containers is complex.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container orchestration.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containers.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integration.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cloud security automation.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612E967D-8CE4-4A04-B9B4-6E9C4D65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1600200"/>
            <a:ext cx="7155941" cy="6155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Scope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33400" y="465365"/>
            <a:ext cx="11125200" cy="9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14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976" y="2667000"/>
            <a:ext cx="6235224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8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You!</a:t>
            </a:r>
            <a:r>
              <a:rPr lang="en-US" sz="8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!!</a:t>
            </a:r>
            <a:endParaRPr sz="80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3DE70C5-CE14-BE97-84AD-341EBE21BA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8ED391EF-C997-121C-60E1-8D9C01EDEB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</TotalTime>
  <Words>440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Containerization and Cloud-Native Applications: Transforming Modern Software Deployment  </vt:lpstr>
      <vt:lpstr>Introduction</vt:lpstr>
      <vt:lpstr>Core Technical Explanation</vt:lpstr>
      <vt:lpstr>IoT-Cloud Architecture </vt:lpstr>
      <vt:lpstr>PowerPoint Presentation</vt:lpstr>
      <vt:lpstr>PowerPoint Presentation</vt:lpstr>
      <vt:lpstr>Real-World Applications</vt:lpstr>
      <vt:lpstr>Example Use Case</vt:lpstr>
      <vt:lpstr>Conclusion and Key Takeaways</vt:lpstr>
      <vt:lpstr>Limitations and Future Scope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BHAVYA SRI Y</cp:lastModifiedBy>
  <cp:revision>17</cp:revision>
  <dcterms:created xsi:type="dcterms:W3CDTF">2025-02-28T15:07:37Z</dcterms:created>
  <dcterms:modified xsi:type="dcterms:W3CDTF">2026-07-23T12:48:18Z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2019</vt:lpwstr>
  </property>
</Properties>
</file>